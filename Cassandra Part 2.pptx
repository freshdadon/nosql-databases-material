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9" r:id="rId4"/>
    <p:sldId id="260" r:id="rId5"/>
    <p:sldId id="258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313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164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3687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209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554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2579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58127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832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09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112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4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C541F-1B36-47FB-AA6D-46FA07ADE988}" type="datetimeFigureOut">
              <a:rPr lang="en-ZA" smtClean="0"/>
              <a:t>2020/07/08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3B474-9E8C-4AD8-8764-D2EAA7E291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636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killrvideo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smtClean="0"/>
              <a:t>Cassandra Part II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smtClean="0"/>
              <a:t>Case </a:t>
            </a:r>
          </a:p>
          <a:p>
            <a:r>
              <a:rPr lang="en-ZA" dirty="0" smtClean="0"/>
              <a:t>(</a:t>
            </a:r>
            <a:r>
              <a:rPr lang="en-ZA" dirty="0" smtClean="0">
                <a:hlinkClick r:id="rId2"/>
              </a:rPr>
              <a:t>http://killrvideo.com/</a:t>
            </a:r>
            <a:r>
              <a:rPr lang="en-ZA" dirty="0" smtClean="0"/>
              <a:t>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573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58" r="1511"/>
          <a:stretch/>
        </p:blipFill>
        <p:spPr bwMode="auto">
          <a:xfrm>
            <a:off x="323528" y="548680"/>
            <a:ext cx="8568951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956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8712968" cy="6240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9334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8676456" cy="6212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2299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4" y="44624"/>
            <a:ext cx="8807624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368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6712"/>
            <a:ext cx="8676455" cy="5508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345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92696"/>
            <a:ext cx="8028384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024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</Words>
  <Application>Microsoft Office PowerPoint</Application>
  <PresentationFormat>On-screen Show (4:3)</PresentationFormat>
  <Paragraphs>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Cassandra Part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Univeristy of the Free State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Cassandra Part II</dc:title>
  <dc:creator>Silas</dc:creator>
  <cp:lastModifiedBy>Silas</cp:lastModifiedBy>
  <cp:revision>6</cp:revision>
  <dcterms:created xsi:type="dcterms:W3CDTF">2020-07-08T21:15:06Z</dcterms:created>
  <dcterms:modified xsi:type="dcterms:W3CDTF">2020-07-08T22:53:29Z</dcterms:modified>
</cp:coreProperties>
</file>